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χ²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017520" y="2148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 Test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01752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test for categorical data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17520" y="3611880"/>
            <a:ext cx="18288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Mohandass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(AIML) - 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 Test (χ² Test)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6492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test used for categorical data</a:t>
            </a:r>
            <a:endParaRPr lang="en-US" sz="17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whether there is a significant difference or relationship between categories.</a:t>
            </a:r>
            <a:endParaRPr lang="en-US" sz="17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compares Observed values with Expected values.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406640" y="1554480"/>
            <a:ext cx="4206240" cy="219456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 w="12700">
            <a:solidFill>
              <a:srgbClr val="DCE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4964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0" y="27432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54964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 / B / 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F4FAF9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15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46634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Is there a relationship between Gender and Preference?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 Formula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02343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χ² = Σ </a:t>
            </a:r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 − E)²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</a:t>
            </a:r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F4FA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4290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29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3429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frequency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320040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342900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3429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3429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frequency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320040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F4FAF9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342900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3429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26880" y="3429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values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χ²  →  Observed and expected values are similar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χ²  →  Observed and expected values are different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Python Code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6400800" cy="4343400"/>
          </a:xfrm>
          <a:prstGeom prst="roundRect">
            <a:avLst>
              <a:gd name="adj" fmla="val 2105"/>
            </a:avLst>
          </a:prstGeom>
          <a:solidFill>
            <a:srgbClr val="02343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146304" cy="146304"/>
          </a:xfrm>
          <a:prstGeom prst="ellipse">
            <a:avLst/>
          </a:prstGeom>
          <a:solidFill>
            <a:srgbClr val="E24C4C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1737360"/>
            <a:ext cx="146304" cy="146304"/>
          </a:xfrm>
          <a:prstGeom prst="ellipse">
            <a:avLst/>
          </a:prstGeom>
          <a:solidFill>
            <a:srgbClr val="E5C543"/>
          </a:solidFill>
          <a:ln/>
        </p:spPr>
      </p:sp>
      <p:sp>
        <p:nvSpPr>
          <p:cNvPr id="6" name="Shape 4"/>
          <p:cNvSpPr/>
          <p:nvPr/>
        </p:nvSpPr>
        <p:spPr>
          <a:xfrm>
            <a:off x="1335024" y="1737360"/>
            <a:ext cx="146304" cy="146304"/>
          </a:xfrm>
          <a:prstGeom prst="ellipse">
            <a:avLst/>
          </a:prstGeom>
          <a:solidFill>
            <a:srgbClr val="4CAF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5852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scipy.stats import chisquare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observed = [20, 30, 25, 25]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chi2, p = chisquare(observed)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print("Chi-Square:", chi2)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print("P-value:", p)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223760" y="1508760"/>
            <a:ext cx="438912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19659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Chi-Square: 2.0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P-value: 0.572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23760" y="3246120"/>
            <a:ext cx="4389120" cy="2606040"/>
          </a:xfrm>
          <a:prstGeom prst="roundRect">
            <a:avLst>
              <a:gd name="adj" fmla="val 3509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3794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p-value &gt; 0.05: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98080" y="42519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reject the null hypothesis.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0B4A4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6994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69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categorical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0B4A4C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86994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69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95160" y="16002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observed and expected frequencies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0B4A4C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92150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215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6517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value: Chi-Square (χ²)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265176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0B4A4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292150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9215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26517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 →  Significant result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0B4A4C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397306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73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370332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0.05  →  Not significant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63640" y="370332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0B4A4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397306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973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370332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library: SciPy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used:  </a:t>
            </a:r>
            <a:pPr algn="ctr" indent="0" marL="0">
              <a:buNone/>
            </a:pPr>
            <a:r>
              <a:rPr lang="en-US" sz="1800" b="1" dirty="0">
                <a:solidFill>
                  <a:srgbClr val="02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chisquare()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2026-08-09T06:10:00Z</dcterms:created>
  <dcterms:modified xsi:type="dcterms:W3CDTF">2026-08-09T06:10:00Z</dcterms:modified>
</cp:coreProperties>
</file>